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21/08/2026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21/08/2026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21/08/2026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21/08/2026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21/08/2026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21/08/2026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21/08/2026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21/08/2026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21/08/2026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21/08/2026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21/08/2026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21/08/2026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21/08/2026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tracex_slide2_flow.png"/></Relationships>
</file>

<file path=ppt/slides/_rels/slide3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tracex_slide3_pipeline.png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tracex_slide4_feasibility.png"/></Relationships>
</file>

<file path=ppt/slides/_rels/slide5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tracex_slide5_impact.png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3" Type="http://schemas.openxmlformats.org/officeDocument/2006/relationships/image" Target="../media/tracex_slide6_references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TRACE-X — Predict. Explain. Intervene.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z="1800"/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SIH26184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Title– Predictive Analytics Framework for Cybercrime Complaints to Forecast Likely Cash Withdrawal Locations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Theme– Blockchain &amp; Cybersecurity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Category– Software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ID– [Insert Team ID]</a:t>
            </a:r>
          </a:p>
          <a:p>
            <a:pPr marL="285750" indent="-28575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Name– [Insert Registered Team Name]</a:t>
            </a:r>
            <a:endParaRPr lang="en-IN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TRACE-X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609600" y="1230000"/>
            <a:ext cx="10972800" cy="9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b="1">
                <a:solidFill>
                  <a:srgbClr val="1F497D"/>
                </a:solidFill>
                <a:latin typeface="Times New Roman"/>
              </a:rPr>
              <a:t>Stop chasing withdrawn cash. Predict where it's headed.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dirty="0">
                <a:solidFill>
                  <a:srgbClr val="444444"/>
                </a:solidFill>
                <a:latin typeface="Arial"/>
              </a:rPr>
              <a:t>~8,000 fraud complaints a day. Once cash is withdrawn, the trail goes cold — TRACE-X predicts the withdrawal before it happens.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 b="1"/>
              <a:t>TRACE-X</a:t>
            </a:r>
            <a:endParaRPr lang="en-IN" dirty="0"/>
          </a:p>
        </p:txBody>
      </p:sp>
      <p:pic>
        <p:nvPicPr>
          <p:cNvPr id="9002" name="TRACE-X Diagram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00000"/>
            <a:ext cx="10972800" cy="3931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30000"/>
            <a:ext cx="10972800" cy="9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b="1">
                <a:solidFill>
                  <a:srgbClr val="1F497D"/>
                </a:solidFill>
                <a:latin typeface="Times New Roman"/>
              </a:rPr>
              <a:t>Not one model — a pipeline: graph, prediction, explanation, optimization.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dirty="0">
                <a:solidFill>
                  <a:srgbClr val="444444"/>
                </a:solidFill>
                <a:latin typeface="Arial"/>
              </a:rPr>
              <a:t>Six connected stages turn a raw complaint into an explainable, resource-aware deployment decision.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 b="1"/>
              <a:t>TRACE-X</a:t>
            </a:r>
            <a:endParaRPr lang="en-IN" dirty="0"/>
          </a:p>
        </p:txBody>
      </p:sp>
      <p:pic>
        <p:nvPicPr>
          <p:cNvPr id="9003" name="TRACE-X Diagra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00000"/>
            <a:ext cx="10972800" cy="3931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30000"/>
            <a:ext cx="10972800" cy="9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b="1">
                <a:solidFill>
                  <a:srgbClr val="1F497D"/>
                </a:solidFill>
                <a:latin typeface="Times New Roman"/>
              </a:rPr>
              <a:t>We've already answered the hard questions.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dirty="0">
                <a:solidFill>
                  <a:srgbClr val="444444"/>
                </a:solidFill>
                <a:latin typeface="Arial"/>
              </a:rPr>
              <a:t>Restricted data, daily scale, false positives, geographic bias — each has a specific, engineered mitigation.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 b="1"/>
              <a:t>TRACE-X</a:t>
            </a:r>
            <a:endParaRPr lang="en-IN" dirty="0"/>
          </a:p>
        </p:txBody>
      </p:sp>
      <p:pic>
        <p:nvPicPr>
          <p:cNvPr id="9004" name="TRACE-X Diagram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00000"/>
            <a:ext cx="10972800" cy="393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30000"/>
            <a:ext cx="10972800" cy="9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b="1">
                <a:solidFill>
                  <a:srgbClr val="1F497D"/>
                </a:solidFill>
                <a:latin typeface="Times New Roman"/>
              </a:rPr>
              <a:t>Minutes of warning. A chance to recover.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dirty="0">
                <a:solidFill>
                  <a:srgbClr val="444444"/>
                </a:solidFill>
                <a:latin typeface="Arial"/>
              </a:rPr>
              <a:t>The difference isn't incremental — a cold trail versus a live one, while the money is still in the system.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 b="1"/>
              <a:t>TRACE-X</a:t>
            </a:r>
            <a:endParaRPr lang="en-IN" dirty="0"/>
          </a:p>
        </p:txBody>
      </p:sp>
      <p:pic>
        <p:nvPicPr>
          <p:cNvPr id="9005" name="TRACE-X Diagra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00000"/>
            <a:ext cx="10972800" cy="393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1230000"/>
            <a:ext cx="10972800" cy="9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dirty="0" b="1">
                <a:solidFill>
                  <a:srgbClr val="1F497D"/>
                </a:solidFill>
                <a:latin typeface="Times New Roman"/>
              </a:rPr>
              <a:t>WHERE WILL THE MONEY GO NEXT?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600" dirty="0">
                <a:solidFill>
                  <a:srgbClr val="444444"/>
                </a:solidFill>
                <a:latin typeface="Arial"/>
              </a:rPr>
              <a:t>TRACE-X — Predict. Explain. Intervene. From reactive cybercrime investigation to proactive cash-out intelligence.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z="1400" b="1"/>
              <a:t>TRACE-X</a:t>
            </a:r>
            <a:endParaRPr lang="en-IN" dirty="0"/>
          </a:p>
        </p:txBody>
      </p:sp>
      <p:pic>
        <p:nvPicPr>
          <p:cNvPr id="9006" name="TRACE-X Diagram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300000"/>
            <a:ext cx="10972800" cy="393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Hp</cp:lastModifiedBy>
  <cp:revision>148</cp:revision>
  <dcterms:created xsi:type="dcterms:W3CDTF">2013-12-12T18:46:50Z</dcterms:created>
  <dcterms:modified xsi:type="dcterms:W3CDTF">2026-08-21T05:26:32Z</dcterms:modified>
  <cp:category/>
</cp:coreProperties>
</file>